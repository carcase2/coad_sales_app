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9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셔터 견적기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브라켓과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셔터박스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5349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D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높이로 구간을 정한다.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D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구간만 모터로 다시 나눈다.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051560"/>
            <a:ext cx="6446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1051560"/>
            <a:ext cx="91440" cy="1554480"/>
          </a:xfrm>
          <a:prstGeom prst="rect">
            <a:avLst/>
          </a:prstGeom>
          <a:solidFill>
            <a:srgbClr val="3D4F61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30759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77840" y="174650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2,500mm까지는 주문형 없음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2,501–5,000mm에 주문형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0" y="2788920"/>
            <a:ext cx="6446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2788920"/>
            <a:ext cx="91440" cy="1554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30449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22mm  ·  비와이메탈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348386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2,001–3,500mm에 주문형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박스는 700×555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0" y="4526280"/>
            <a:ext cx="6446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4526280"/>
            <a:ext cx="91440" cy="1554480"/>
          </a:xfrm>
          <a:prstGeom prst="rect">
            <a:avLst/>
          </a:prstGeom>
          <a:solidFill>
            <a:srgbClr val="0F6E5B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47823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20mm  ·  명진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77840" y="522122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22mm보다 높이 상한 +300mm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2,301–3,800mm에 주문형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먼저 이것만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규칙을 읽는 세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 / 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664208"/>
            <a:ext cx="566928" cy="566928"/>
          </a:xfrm>
          <a:prstGeom prst="ellipse">
            <a:avLst/>
          </a:prstGeom>
          <a:solidFill>
            <a:srgbClr val="3D4F6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7739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3591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높이가 구간을 정한다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28529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브라켓과 셔터박스는 높이 상한으로 바뀐다. 단열 20mm는 22mm와 같은 브라켓·박스이고, 모든 상한만 300mm 높다.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664208"/>
            <a:ext cx="566928" cy="566928"/>
          </a:xfrm>
          <a:prstGeom prst="ellipse">
            <a:avLst/>
          </a:prstGeom>
          <a:solidFill>
            <a:srgbClr val="A15C0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7739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3591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주문형은 뒤에 붙는 표시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8529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브라켓은 별도 크기가 아니다. 이름 뒤에 적힐 뿐이고, 셔터박스는 앞에 있는 KEM 모델이 정한다.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9912" y="1664208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7739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39912" y="23591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구간만 모터로 가른다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39912" y="28529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700×555와 800×655가 함께 있는 구간에서만 권장 모터로 나눈다. KEM-800 이상이면 800×655다.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83112" cy="1051560"/>
          </a:xfrm>
          <a:prstGeom prst="rect">
            <a:avLst/>
          </a:prstGeom>
          <a:solidFill>
            <a:srgbClr val="EFE8D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 고르는 순서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61441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앞에 적힌 모델부터 본다.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85216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KEM-300 · KEM-400 → 650×505     KEM-500 · KEM-600 · KEM-500B → 700×555     KEM-800 → 800×655     KEM-1000 → 855×700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비단열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셔터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 /  6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4297680"/>
        </p:xfrm>
        <a:graphic>
          <a:graphicData uri="http://schemas.openxmlformats.org/drawingml/2006/table">
            <a:tbl>
              <a:tblPr/>
              <a:tblGrid>
                <a:gridCol w="2834640"/>
                <a:gridCol w="5212080"/>
                <a:gridCol w="3136392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높이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브라켓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셔터박스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KEM-150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650×505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2,500mm까지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KEM-300, KEM-400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650×505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KEM-300, KEM-400, 주문형 브라켓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650×505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KEM-500, 주문형 브라켓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8,999mm까지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KEM-500B  또는  KEM-800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  또는  800×655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8,999mm 초과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855×700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따뜻한 칸은 주문형이 붙는 높이.  2,500mm까지는 주문형이 없고, 2,501mm부터 붙는다.  파란 칸만 모터로 700×555와 800×655가 갈린다.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 ·  비와이메탈 22mm  /  명진 20mm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브라켓, 높이만 300mm 차이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 /  6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11365992" cy="4434840"/>
        </p:xfrm>
        <a:graphic>
          <a:graphicData uri="http://schemas.openxmlformats.org/drawingml/2006/table">
            <a:tbl>
              <a:tblPr/>
              <a:tblGrid>
                <a:gridCol w="777240"/>
                <a:gridCol w="4160520"/>
                <a:gridCol w="2331720"/>
                <a:gridCol w="2048256"/>
                <a:gridCol w="2048256"/>
              </a:tblGrid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브라켓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셔터박스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22mm  비와이메탈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20mm  명진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B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KEM-300, KEM-400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650×505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2,300mm까지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KEM-500, KEM-600, 주문형 브라켓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3,500mm까지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3,800mm까지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KEM-500B  또는  KEM-800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  또는  800×655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5,500mm까지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5,800mm까지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KEM-800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800×655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8,300mm까지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KEM-1000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855×700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9,000mm까지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9,300mm까지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905×750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9,000mm 초과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6E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9,300mm 초과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 2만 주문형.  구간 3만 모터로 갈린다.  명진(20mm)은 모든 높이 상한이 비와이메탈(22mm)보다 300mm 높다.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 3  ·  그리고 일반 5,001–8,999mm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700×555와 800×655가 갈리는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 / 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91440" cy="868680"/>
          </a:xfrm>
          <a:prstGeom prst="rect">
            <a:avLst/>
          </a:prstGeom>
          <a:solidFill>
            <a:srgbClr val="3D4F6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5,001 – 8,999mm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3400" y="1170432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170432"/>
            <a:ext cx="91440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22mm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3,501 – 5,500mm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83880" y="1170432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170432"/>
            <a:ext cx="91440" cy="868680"/>
          </a:xfrm>
          <a:prstGeom prst="rect">
            <a:avLst/>
          </a:prstGeom>
          <a:solidFill>
            <a:srgbClr val="0F6E5B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20mm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9912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3,801 – 5,800mm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67712"/>
          <a:ext cx="11183112" cy="260604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770632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폭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추정 무게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브라켓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셔터박스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88900" marB="889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7,500mm 미만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540kg 이하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KEM-500B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7,500mm 미만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540kg 초과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KEM-800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800×655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7,500mm 이상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450kg 이하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KEM-500B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700×555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7,500mm 이상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450kg 초과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KEM-800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800×655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CF0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5212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무게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13232" y="55046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(폭 + 100)  ×  (높이 + 500)  ×  ㎡당 무게  ÷  1,000,000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3232" y="5833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15kg/㎡   ·   일반 10kg/㎡   ·   소수 한 자리 반올림.   폭 7,500mm 이상은 8인치 롤파이프라 모터가 한 단계 올라, 기준이 540kg에서 450kg으로 내려간다.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표시만 달라지고, 박스 계산은 같다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브라켓이 붙는 높이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 / 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6576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3657600" cy="109728"/>
          </a:xfrm>
          <a:prstGeom prst="rect">
            <a:avLst/>
          </a:prstGeom>
          <a:solidFill>
            <a:srgbClr val="3D4F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F6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2,501 – 3,000mm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KEM-300, KEM-400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  650×505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3,001 – 5,000mm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67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KEM-500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  700×555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1280160"/>
            <a:ext cx="36576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280160"/>
            <a:ext cx="3657600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22mm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2,001 – 3,500mm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350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KEM-500, KEM-600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  700×555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767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없음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2,000mm까지 · 3,501mm부터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83880" y="1280160"/>
            <a:ext cx="36576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A2332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1280160"/>
            <a:ext cx="3657600" cy="109728"/>
          </a:xfrm>
          <a:prstGeom prst="rect">
            <a:avLst/>
          </a:prstGeom>
          <a:solidFill>
            <a:srgbClr val="0F6E5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단열 20mm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2,301 – 3,800mm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2350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KEM-500, KEM-600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브라켓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박스  700×555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3767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 없음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2,300mm까지 · 3,801mm부터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5257800"/>
            <a:ext cx="11183112" cy="1005840"/>
          </a:xfrm>
          <a:prstGeom prst="rect">
            <a:avLst/>
          </a:prstGeom>
          <a:solidFill>
            <a:srgbClr val="EFE8D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94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3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주문형이 없는 곳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70585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KEM-500B · KEM-800 구간과 그 위에는 주문형을 붙이지 않는다.  그 구간의 박스는 모터가 정한다.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셔터 브라켓 · 셔터박스 규칙</dc:title>
  <dc:subject>일반, 단열 22mm 비와이메탈, 단열 20mm 명진</dc:subject>
  <dc:creator>COAD</dc:creator>
  <cp:lastModifiedBy>COAD</cp:lastModifiedBy>
  <cp:revision>1</cp:revision>
  <dcterms:created xsi:type="dcterms:W3CDTF">2026-10-20T08:29:37Z</dcterms:created>
  <dcterms:modified xsi:type="dcterms:W3CDTF">2026-10-20T08:29:37Z</dcterms:modified>
</cp:coreProperties>
</file>